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02C39A"/>
                </a:solidFill>
              </a:rPr>
              <a:t>◈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团队操作指南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 · 下载 · 运行 · 贡献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474720"/>
            <a:ext cx="2743200" cy="182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https://github.com/zhengchaunwang/clawd-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 — 团队操作指南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0FAFA"/>
          </a:solidFill>
          <a:ln/>
          <a:effectLst>
            <a:outerShdw sx="100000" sy="100000" kx="0" ky="0" algn="bl" rotWithShape="0" blurRad="38100" dist="12700" dir="16200000">
              <a:srgbClr val="00000008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项目简介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是什么？技术栈与支持平台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08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环境准备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Node.js、Git、Claude Code / OpenCode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0FAFA"/>
          </a:solidFill>
          <a:ln/>
          <a:effectLst>
            <a:outerShdw sx="100000" sy="100000" kx="0" ky="0" algn="bl" rotWithShape="0" blurRad="38100" dist="12700" dir="16200000">
              <a:srgbClr val="00000008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访问仓库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浏览器访问与项目结构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08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下载与运行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和 ZIP 两种方式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0FAFA"/>
          </a:solidFill>
          <a:ln/>
          <a:effectLst>
            <a:outerShdw sx="100000" sy="100000" kx="0" ky="0" algn="bl" rotWithShape="0" blurRad="38100" dist="12700" dir="16200000">
              <a:srgbClr val="00000008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日常更新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拉取最新代码并重启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08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9748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69748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贡献代码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97480" y="3794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分支管理、提交规范、Pull Request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0FAFA"/>
          </a:solidFill>
          <a:ln/>
          <a:effectLst>
            <a:outerShdw sx="100000" sy="100000" kx="0" ky="0" algn="bl" rotWithShape="0" blurRad="38100" dist="12700" dir="16200000">
              <a:srgbClr val="00000008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80060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开发指南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794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代码规范、测试方法、新增动画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08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0372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0372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常见问题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3794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与联系方式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 — 团队操作指南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项目简介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 是一款基于 Electron 的桌面宠物，能实时感知 Claude Code 和 OpenCode 的编程工作状态并做出动画反应。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9659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+ Node.js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动画系统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状态服务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011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19659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支持平台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其他平台待支持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011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19659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依赖工具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331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二选一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  “我来自很远的地方，但在你的屏幕上，我觉得自己离家很近。”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种动画状态  |  眼球追踪  |  睡眠序列  |  舞蹈游戏  |  极简模式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 — 团队操作指南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环境准备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344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 Node.js (v18+)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下载地址: https://nodejs.org/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安装后运行 node -v 确认版本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344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 Git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50876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下载地址: https://git-scm.com/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 git --version 确认安装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 Claude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42900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-g @anthropic-ai/claude-code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官方 CLI 工具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0175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546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 OpenCode（可选）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342900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 https://opencode.ai/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 AI 编程助手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 — 团队操作指南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访问仓库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仓库地址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https://github.com/zhengchaunwang/clawd-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项目结构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目录/文件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 主进程、渲染进程、状态机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hooks/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Code hook 和 OpenCode 插件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assets/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SVG 动画和 GIF 资源文件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中英文说明文档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LORE.md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Clawd 背景故事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 — 团队操作指南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下载与运行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0FA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方式一: Git Clone（推荐）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657600" cy="1645920"/>
          </a:xfrm>
          <a:prstGeom prst="roundRect">
            <a:avLst>
              <a:gd name="adj" fmla="val 3333"/>
            </a:avLst>
          </a:prstGeom>
          <a:solidFill>
            <a:srgbClr val="2D343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02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https://github.com/zhengchaunwang/clawd-.git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clawd-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Claude Code 用户还需要: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630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hooks/install.js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OpenCode 用户还需要: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630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hooks/install-opencode.js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0FAF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方式二: 直接下载 ZIP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5544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74920" y="16916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1645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打开仓库页面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1965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 Code → Download ZIP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60604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74920" y="27432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解压并安装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017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解压后进入目录执行 npm install &amp;&amp; npm start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36576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0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37947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77840" y="3749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 Clawd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4069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 npm start 即可看到桌面宠物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 — 团队操作指南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日常更新代码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当远程仓库有新提交时，按以下步骤同步最新代码：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002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拉取最新代码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745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 origin main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如有未提交修改，先 git stash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0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6002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重新安装依赖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8745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仅当新增了依赖时需要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0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0632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关闭并重启 Clawd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3375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右键托盘图标 → 退出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然后 npm start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9260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0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0632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1208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重新注册 Hook（如需）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33375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hooks/install.js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 node hooks/install-opencode.js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 — 团队操作指南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贡献代码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标准工作流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99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创建分支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30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feature/功能名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1783080"/>
            <a:ext cx="0" cy="274320"/>
          </a:xfrm>
          <a:prstGeom prst="line">
            <a:avLst/>
          </a:prstGeom>
          <a:noFill/>
          <a:ln w="19050">
            <a:solidFill>
              <a:srgbClr val="DFE6E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" y="20574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0391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编写代码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2585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30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 测试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" y="2423160"/>
            <a:ext cx="0" cy="274320"/>
          </a:xfrm>
          <a:prstGeom prst="line">
            <a:avLst/>
          </a:prstGeom>
          <a:noFill/>
          <a:ln w="19050">
            <a:solidFill>
              <a:srgbClr val="DFE6E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提交代码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986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30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&amp;&amp; git commit -m "feat: xxx"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" y="3063240"/>
            <a:ext cx="0" cy="274320"/>
          </a:xfrm>
          <a:prstGeom prst="line">
            <a:avLst/>
          </a:prstGeom>
          <a:noFill/>
          <a:ln w="19050">
            <a:solidFill>
              <a:srgbClr val="DFE6E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7200" y="33375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3192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推送到远程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5387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30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feature/功能名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" y="3703320"/>
            <a:ext cx="0" cy="274320"/>
          </a:xfrm>
          <a:prstGeom prst="line">
            <a:avLst/>
          </a:prstGeom>
          <a:noFill/>
          <a:ln w="19050">
            <a:solidFill>
              <a:srgbClr val="DFE6E9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" y="39776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9593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 Pull Request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1788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30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在 GitHub 上提交合并请求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消息规范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17320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前缀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示例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</a:rPr>
                        <a:t>新功能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6303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feat: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feat: add mood system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</a:rPr>
                        <a:t>修复 Bug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6303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fix: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fix: eye tracking offset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</a:rPr>
                        <a:t>文档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6303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docs: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docs: update README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</a:rPr>
                        <a:t>重构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6303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refactor: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refactor: state machine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</a:rPr>
                        <a:t>性能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6303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perf: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perf: optimize SVG load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</a:rPr>
                        <a:t>测试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6303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test: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test: dance game logic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4846320" y="347472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3E0"/>
          </a:solidFill>
          <a:ln w="12700">
            <a:solidFill>
              <a:srgbClr val="E17055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502920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注意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9200" y="3840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永远不要直接在 main 分支上修改！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分支命名: feature/功能名、fix/问题描述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无权限时用 Fork + PR 方式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 — 团队操作指南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开发指南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代码规范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保持现有代码风格一致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01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55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动画用 CSS keyframes 驱动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8541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85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139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端口固定 23333，不要修改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946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694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5237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所有新功能必须支持免打扰模式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5351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535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907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零依赖扩展，保持轻量级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417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手动触发状态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618488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2D343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6184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http://127.0.0.1:23333/state ...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1920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循环播放动画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121408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2D343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test-demo.sh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423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测试极简模式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624328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2D3436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624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test-mini.sh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926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 OpenCode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127248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2D3436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1272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test-opencode.sh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0FAF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添加新动画状态的 4 个步骤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39319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1560" y="3931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src/main.js 添加 STATE_SVGS 映射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14600" y="4087368"/>
            <a:ext cx="137160" cy="0"/>
          </a:xfrm>
          <a:prstGeom prst="line">
            <a:avLst/>
          </a:prstGeom>
          <a:noFill/>
          <a:ln w="19050">
            <a:solidFill>
              <a:srgbClr val="DFE6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51760" y="39319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265176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063240" y="3931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hooks/ 添加事件到状态映射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26280" y="4087368"/>
            <a:ext cx="137160" cy="0"/>
          </a:xfrm>
          <a:prstGeom prst="line">
            <a:avLst/>
          </a:prstGeom>
          <a:noFill/>
          <a:ln w="19050">
            <a:solidFill>
              <a:srgbClr val="DFE6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39319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074920" y="3931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src/main.js 添加事件名称规范化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37960" y="4087368"/>
            <a:ext cx="137160" cy="0"/>
          </a:xfrm>
          <a:prstGeom prst="line">
            <a:avLst/>
          </a:prstGeom>
          <a:noFill/>
          <a:ln w="19050">
            <a:solidFill>
              <a:srgbClr val="DFE6E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0" y="39319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9" name="Text 47"/>
          <p:cNvSpPr/>
          <p:nvPr/>
        </p:nvSpPr>
        <p:spPr>
          <a:xfrm>
            <a:off x="667512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086600" y="3931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assets/svg/ 添加 SVG 动画文件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 — 团队操作指南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常见问题 &amp; 联系我们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0FA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6984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不用 Claude Code 能用吗？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0759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可以！独立运行，只是没有状态反应动画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支持 macOS 吗？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4767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已有 macOS 支持代码，可以尝试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0FA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5000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如何触发舞蹈动画？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58775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快速连点 5 次或右键 → 跳个舞！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9008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多人可以同时开发吗？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22783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可以！各自分支开发，完成后 PR 合并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1051560"/>
            <a:ext cx="2926080" cy="3840480"/>
          </a:xfrm>
          <a:prstGeom prst="roundRect">
            <a:avLst>
              <a:gd name="adj" fmla="val 3125"/>
            </a:avLst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联系我们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75120" y="1645920"/>
            <a:ext cx="1097280" cy="182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5040" y="19202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1901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21214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项目飞书群讨论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6060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25877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28072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 Bug 和建议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32918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32735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34930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代码贡献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39776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39593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仓库地址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41788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github.com/zhengchaunwang/clawd-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 on Desk — 团队操作指南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48234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Clawd on Desk - 团队操作指南</dc:title>
  <dc:subject>PptxGenJS Presentation</dc:subject>
  <dc:creator>Clawd Team</dc:creator>
  <cp:lastModifiedBy>Clawd Team</cp:lastModifiedBy>
  <cp:revision>1</cp:revision>
  <dcterms:created xsi:type="dcterms:W3CDTF">2026-04-23T14:04:56Z</dcterms:created>
  <dcterms:modified xsi:type="dcterms:W3CDTF">2026-04-23T14:04:56Z</dcterms:modified>
</cp:coreProperties>
</file>